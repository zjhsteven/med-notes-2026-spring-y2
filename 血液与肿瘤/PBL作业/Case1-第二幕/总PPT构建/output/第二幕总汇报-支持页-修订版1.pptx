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960120"/>
            <a:ext cx="10588752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3970">
            <a:solidFill>
              <a:srgbClr val="DCE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5727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PBL Case 1 第二幕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88920" y="2468880"/>
            <a:ext cx="6583680" cy="0"/>
          </a:xfrm>
          <a:prstGeom prst="line">
            <a:avLst/>
          </a:prstGeom>
          <a:noFill/>
          <a:ln w="1651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78892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汇报成员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327355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张家赫  ·  戴思如  ·  樊滨瑞  ·  李宗垚  ·  乔智  ·  善玥  ·  王语萱  ·  叶潇潇  ·  钟琬毓  ·  仇维健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47731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血液与肿瘤课程 PBL 汇报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诊断性胸腔穿刺后常做哪些实验室检查？赵阿姨现有胸水结果说明了什么？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白血病如何分类？CML 在白血病与骨髓增殖性肿瘤谱系中处于什么位置？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CML 的诊断标准与分期标准是什么？本病例目前符合哪些条目，还缺哪些确诊信息？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CML 会出现幼稚白细胞、核左移以及嗜酸/嗜碱粒细胞增多？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4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CML 的外周血涂片和骨髓象有哪些典型形态学特征？赵阿姨的检查结果是否匹配？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output\playwright\PPT-问题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613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288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1810512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CML 的病因、诱因和高危因素有哪些？本病例哪些暴露史值得追问，并如何落实一级、二级预防？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6 标题页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524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101498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C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欢迎老师和同学继续提问讨论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1993392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331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总汇报结束页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6400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血液与肿瘤｜PBL Case 1 第二幕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天津医科大学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Case 1 第二幕总汇报</dc:title>
  <dc:subject>PBL Case 1 第二幕总汇报</dc:subject>
  <dc:creator>Codex + 张家赫</dc:creator>
  <cp:lastModifiedBy>Codex + 张家赫</cp:lastModifiedBy>
  <cp:revision>1</cp:revision>
  <dcterms:created xsi:type="dcterms:W3CDTF">2026-04-02T12:06:10Z</dcterms:created>
  <dcterms:modified xsi:type="dcterms:W3CDTF">2026-04-02T12:06:10Z</dcterms:modified>
</cp:coreProperties>
</file>