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4B87"/>
          </a:solidFill>
          <a:ln w="12700">
            <a:solidFill>
              <a:srgbClr val="274B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1600200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PBL Case 1 第二幕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血液与肿瘤课程汇报总整合版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主持串讲稿 · 问题1到问题6完整顺序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83880" y="182880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0574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第二幕问题主线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248716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→ Q2 → Q3 → Q4 → Q5 → Q6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11312" y="29718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主持人负责串讲顺序与起承转合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第二幕总汇报封面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1556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本次汇报按问题链依次推进，重点放在 Q4 的机制讲解与同学文献补充。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56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问题1：胸水穿刺检查与当前胸水性质判断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96512" y="169164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61104" y="1856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61104" y="21945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问题2：白血病分类与 CML 在现代分类中的位置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34656" y="169164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99248" y="1856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99248" y="21945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问题3：CML 的诊断标准、分期标准与病例缺口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52044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685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问题4：为什么会出现幼稚白细胞、核左移及相关机制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96512" y="352044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61104" y="3685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61104" y="40233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问题5：外周血涂片与骨髓象的典型形态学特征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34656" y="352044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99248" y="3685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99248" y="40233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问题6：病因、高危暴露与一级 / 二级预防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第二幕总汇报目录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胸水穿刺检查与当前胸水性质判断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先把胸水性质讲清楚，再把诊断重心转回 CML 主线。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白血病分类与 CML 的现代定位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从传统“四大型”入门，再过渡到 WHO / ICC 下的 MPN 定位。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CML 的诊断标准、分期标准与病例缺口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先定疑诊方向，再指出确诊和分期仍缺少哪些关键证据。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为什么会产生幼稚白细胞与核左移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这一题是第二幕重点，先走主线机制，再接同学补充文献与前沿研究。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4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4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Q4-补充｜问题过渡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Q4-补充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同学补充文献：从驱动机制到急变、微环境与演化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排序原则：基础驱动在前，分化与急变居中，微环境与演化收尾。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Q4-补充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外周血涂片与骨髓象的典型形态学特征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先看我们的总表，再看同学补充的骨髓相与镜下形态图片。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Q6｜问题过渡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61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470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病因、高危暴露与一级 / 二级预防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263347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回到暴露史追问、风险因素判断以及如何做一级、二级预防。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 过渡页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101498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欢迎老师和同学继续提问讨论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1993392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331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总汇报结束页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张家赫｜儿科班｜PBL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天津医科大学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Case 1 第二幕总汇报</dc:title>
  <dc:subject>PBL Case 1 第二幕总汇报</dc:subject>
  <dc:creator>Codex + 张家赫</dc:creator>
  <cp:lastModifiedBy>Codex + 张家赫</cp:lastModifiedBy>
  <cp:revision>1</cp:revision>
  <dcterms:created xsi:type="dcterms:W3CDTF">2026-04-02T11:43:55Z</dcterms:created>
  <dcterms:modified xsi:type="dcterms:W3CDTF">2026-04-02T11:43:55Z</dcterms:modified>
</cp:coreProperties>
</file>