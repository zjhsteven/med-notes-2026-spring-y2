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B84C11-07A7-41F5-8B9A-39D0ACB1BF53}" type="doc">
      <dgm:prSet loTypeId="process" loCatId="process" qsTypeId="urn:microsoft.com/office/officeart/2005/8/quickstyle/simple1" qsCatId="simple" csTypeId="urn:microsoft.com/office/officeart/2005/8/colors/accent0_2" csCatId="accent1" phldr="0"/>
      <dgm:spPr/>
      <dgm:t>
        <a:bodyPr/>
        <a:p>
          <a:endParaRPr lang="zh-CN" altLang="en-US"/>
        </a:p>
      </dgm:t>
    </dgm:pt>
    <dgm:pt modelId="{97A8C2AA-AE5F-4DE0-91B1-F0E85C273E74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/>
            <a:t>PABPC1相分离</a:t>
          </a:r>
          <a:endParaRPr lang="zh-CN" altLang="en-US" sz="270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/>
            <a:t>CML急变期蛋白质合成的关键调控因子</a:t>
          </a:r>
          <a:r>
            <a:rPr lang="zh-CN" altLang="en-US" sz="1800"/>
            <a:t/>
          </a:r>
          <a:endParaRPr lang="zh-CN" altLang="en-US" sz="1800"/>
        </a:p>
      </dgm:t>
    </dgm:pt>
    <dgm:pt modelId="{5477065E-AD40-40AD-B851-169D32D6F57B}" cxnId="{7047C69F-969E-4D26-ABEC-C772CAC84C85}" type="parTrans">
      <dgm:prSet/>
      <dgm:spPr/>
      <dgm:t>
        <a:bodyPr/>
        <a:p>
          <a:endParaRPr lang="zh-CN" altLang="en-US"/>
        </a:p>
      </dgm:t>
    </dgm:pt>
    <dgm:pt modelId="{DD01B2A3-2986-44EB-899A-2EB74CB0A2FA}" cxnId="{7047C69F-969E-4D26-ABEC-C772CAC84C85}" type="sibTrans">
      <dgm:prSet/>
      <dgm:spPr/>
      <dgm:t>
        <a:bodyPr/>
        <a:p>
          <a:endParaRPr lang="zh-CN" altLang="en-US"/>
        </a:p>
      </dgm:t>
    </dgm:pt>
    <dgm:pt modelId="{8ED20423-F7C2-4DAC-B9CC-17F08874BF3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选择性激活BCR::ABL1等致癌通路</a:t>
          </a:r>
          <a:r>
            <a:rPr lang="zh-CN" altLang="en-US"/>
            <a:t/>
          </a:r>
          <a:endParaRPr lang="zh-CN" altLang="en-US"/>
        </a:p>
      </dgm:t>
    </dgm:pt>
    <dgm:pt modelId="{6A6DCCB9-B9C9-4F02-8372-40D5BB3E2726}" cxnId="{6D6D8101-7734-499D-AF40-54282778BC1D}" type="parTrans">
      <dgm:prSet/>
      <dgm:spPr/>
      <dgm:t>
        <a:bodyPr/>
        <a:p>
          <a:endParaRPr lang="zh-CN" altLang="en-US"/>
        </a:p>
      </dgm:t>
    </dgm:pt>
    <dgm:pt modelId="{183EE679-6E63-4B49-9665-FE19B4A2F12A}" cxnId="{6D6D8101-7734-499D-AF40-54282778BC1D}" type="sibTrans">
      <dgm:prSet/>
      <dgm:spPr/>
      <dgm:t>
        <a:bodyPr/>
        <a:p>
          <a:endParaRPr lang="zh-CN" altLang="en-US"/>
        </a:p>
      </dgm:t>
    </dgm:pt>
    <dgm:pt modelId="{D4BD55C7-AC3C-43FC-8A67-85D9B43F95ED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白血病干细胞分化阻滞、异常增殖的级联反应</a:t>
          </a:r>
          <a:r>
            <a:rPr lang="zh-CN" altLang="en-US"/>
            <a:t/>
          </a:r>
          <a:endParaRPr lang="zh-CN" altLang="en-US"/>
        </a:p>
      </dgm:t>
    </dgm:pt>
    <dgm:pt modelId="{0E3D13F2-5377-4EE3-8062-8626E5770718}" cxnId="{BF36EFA7-7908-4A4A-B4EA-562D4CCC13D7}" type="parTrans">
      <dgm:prSet/>
      <dgm:spPr/>
      <dgm:t>
        <a:bodyPr/>
        <a:p>
          <a:endParaRPr lang="zh-CN" altLang="en-US"/>
        </a:p>
      </dgm:t>
    </dgm:pt>
    <dgm:pt modelId="{767768A6-72C8-4B98-98E5-B01A1C804B6A}" cxnId="{BF36EFA7-7908-4A4A-B4EA-562D4CCC13D7}" type="sibTrans">
      <dgm:prSet/>
      <dgm:spPr/>
      <dgm:t>
        <a:bodyPr/>
        <a:p>
          <a:endParaRPr lang="zh-CN" altLang="en-US"/>
        </a:p>
      </dgm:t>
    </dgm:pt>
    <dgm:pt modelId="{EBE81508-B149-4B3C-B231-97BF5F08472D}" type="pres">
      <dgm:prSet presAssocID="{46B84C11-07A7-41F5-8B9A-39D0ACB1BF53}" presName="outerComposite" presStyleCnt="0">
        <dgm:presLayoutVars>
          <dgm:chMax val="5"/>
          <dgm:dir/>
          <dgm:resizeHandles val="exact"/>
        </dgm:presLayoutVars>
      </dgm:prSet>
      <dgm:spPr/>
    </dgm:pt>
    <dgm:pt modelId="{526F08A7-0F36-4A10-9552-DD6C2051F03D}" type="pres">
      <dgm:prSet presAssocID="{46B84C11-07A7-41F5-8B9A-39D0ACB1BF53}" presName="dummyMaxCanvas" presStyleCnt="0">
        <dgm:presLayoutVars/>
      </dgm:prSet>
      <dgm:spPr/>
    </dgm:pt>
    <dgm:pt modelId="{3919437E-4A2C-4D67-99AE-59DF82E41407}" type="pres">
      <dgm:prSet presAssocID="{46B84C11-07A7-41F5-8B9A-39D0ACB1BF53}" presName="ThreeNodes_1" presStyleLbl="node1" presStyleIdx="0" presStyleCnt="3">
        <dgm:presLayoutVars>
          <dgm:bulletEnabled val="1"/>
        </dgm:presLayoutVars>
      </dgm:prSet>
      <dgm:spPr/>
    </dgm:pt>
    <dgm:pt modelId="{A339F384-4BED-4FC2-8E07-A05A6FA26E24}" type="pres">
      <dgm:prSet presAssocID="{46B84C11-07A7-41F5-8B9A-39D0ACB1BF53}" presName="ThreeNodes_2" presStyleLbl="node1" presStyleIdx="1" presStyleCnt="3">
        <dgm:presLayoutVars>
          <dgm:bulletEnabled val="1"/>
        </dgm:presLayoutVars>
      </dgm:prSet>
      <dgm:spPr/>
    </dgm:pt>
    <dgm:pt modelId="{1849904B-B9A1-41B8-AE72-D62AF180C8CC}" type="pres">
      <dgm:prSet presAssocID="{46B84C11-07A7-41F5-8B9A-39D0ACB1BF53}" presName="ThreeNodes_3" presStyleLbl="node1" presStyleIdx="2" presStyleCnt="3">
        <dgm:presLayoutVars>
          <dgm:bulletEnabled val="1"/>
        </dgm:presLayoutVars>
      </dgm:prSet>
      <dgm:spPr/>
    </dgm:pt>
    <dgm:pt modelId="{CF9E5FB5-3C8E-4F9C-BE67-08F0D67091D7}" type="pres">
      <dgm:prSet presAssocID="{46B84C11-07A7-41F5-8B9A-39D0ACB1BF53}" presName="ThreeConn_1-2" presStyleLbl="fgAccFollowNode1" presStyleIdx="0" presStyleCnt="2">
        <dgm:presLayoutVars>
          <dgm:bulletEnabled val="1"/>
        </dgm:presLayoutVars>
      </dgm:prSet>
      <dgm:spPr/>
    </dgm:pt>
    <dgm:pt modelId="{A03B5AAD-8870-4FBD-A0AF-D6730408EEF5}" type="pres">
      <dgm:prSet presAssocID="{46B84C11-07A7-41F5-8B9A-39D0ACB1BF53}" presName="ThreeConn_2-3" presStyleLbl="fgAccFollowNode1" presStyleIdx="1" presStyleCnt="2">
        <dgm:presLayoutVars>
          <dgm:bulletEnabled val="1"/>
        </dgm:presLayoutVars>
      </dgm:prSet>
      <dgm:spPr/>
    </dgm:pt>
    <dgm:pt modelId="{7AF2ADE7-1D5F-4587-963C-19F4667E16E0}" type="pres">
      <dgm:prSet presAssocID="{46B84C11-07A7-41F5-8B9A-39D0ACB1BF53}" presName="ThreeNodes_1_text" presStyleCnt="0">
        <dgm:presLayoutVars>
          <dgm:bulletEnabled val="1"/>
        </dgm:presLayoutVars>
      </dgm:prSet>
      <dgm:spPr/>
    </dgm:pt>
    <dgm:pt modelId="{B1D9E1BE-B5DA-43D1-8C09-88380C579620}" type="pres">
      <dgm:prSet presAssocID="{46B84C11-07A7-41F5-8B9A-39D0ACB1BF53}" presName="ThreeNodes_2_text" presStyleCnt="0">
        <dgm:presLayoutVars>
          <dgm:bulletEnabled val="1"/>
        </dgm:presLayoutVars>
      </dgm:prSet>
      <dgm:spPr/>
    </dgm:pt>
    <dgm:pt modelId="{C30B45B3-C9C6-402B-89DA-20610CD8F55C}" type="pres">
      <dgm:prSet presAssocID="{46B84C11-07A7-41F5-8B9A-39D0ACB1BF53}" presName="ThreeNodes_3_text" presStyleCnt="0">
        <dgm:presLayoutVars>
          <dgm:bulletEnabled val="1"/>
        </dgm:presLayoutVars>
      </dgm:prSet>
      <dgm:spPr/>
    </dgm:pt>
  </dgm:ptLst>
  <dgm:cxnLst>
    <dgm:cxn modelId="{7047C69F-969E-4D26-ABEC-C772CAC84C85}" srcId="{46B84C11-07A7-41F5-8B9A-39D0ACB1BF53}" destId="{97A8C2AA-AE5F-4DE0-91B1-F0E85C273E74}" srcOrd="0" destOrd="0" parTransId="{5477065E-AD40-40AD-B851-169D32D6F57B}" sibTransId="{DD01B2A3-2986-44EB-899A-2EB74CB0A2FA}"/>
    <dgm:cxn modelId="{6D6D8101-7734-499D-AF40-54282778BC1D}" srcId="{46B84C11-07A7-41F5-8B9A-39D0ACB1BF53}" destId="{8ED20423-F7C2-4DAC-B9CC-17F08874BF3A}" srcOrd="1" destOrd="0" parTransId="{6A6DCCB9-B9C9-4F02-8372-40D5BB3E2726}" sibTransId="{183EE679-6E63-4B49-9665-FE19B4A2F12A}"/>
    <dgm:cxn modelId="{BF36EFA7-7908-4A4A-B4EA-562D4CCC13D7}" srcId="{46B84C11-07A7-41F5-8B9A-39D0ACB1BF53}" destId="{D4BD55C7-AC3C-43FC-8A67-85D9B43F95ED}" srcOrd="2" destOrd="0" parTransId="{0E3D13F2-5377-4EE3-8062-8626E5770718}" sibTransId="{767768A6-72C8-4B98-98E5-B01A1C804B6A}"/>
    <dgm:cxn modelId="{98957727-82EC-434D-BFFE-536B4639C1DE}" type="presOf" srcId="{46B84C11-07A7-41F5-8B9A-39D0ACB1BF53}" destId="{EBE81508-B149-4B3C-B231-97BF5F08472D}" srcOrd="0" destOrd="0" presId="urn:microsoft.com/office/officeart/2005/8/layout/vProcess5"/>
    <dgm:cxn modelId="{72F43005-CC72-4CA0-9B58-DDD48A3724E6}" type="presParOf" srcId="{EBE81508-B149-4B3C-B231-97BF5F08472D}" destId="{526F08A7-0F36-4A10-9552-DD6C2051F03D}" srcOrd="0" destOrd="0" presId="urn:microsoft.com/office/officeart/2005/8/layout/vProcess5"/>
    <dgm:cxn modelId="{D4A8A87B-A184-4838-BA25-E3BCA22A0770}" type="presParOf" srcId="{EBE81508-B149-4B3C-B231-97BF5F08472D}" destId="{3919437E-4A2C-4D67-99AE-59DF82E41407}" srcOrd="1" destOrd="0" presId="urn:microsoft.com/office/officeart/2005/8/layout/vProcess5"/>
    <dgm:cxn modelId="{6047E2C6-531F-4148-B37B-9788A3E87A80}" type="presOf" srcId="{97A8C2AA-AE5F-4DE0-91B1-F0E85C273E74}" destId="{3919437E-4A2C-4D67-99AE-59DF82E41407}" srcOrd="0" destOrd="0" presId="urn:microsoft.com/office/officeart/2005/8/layout/vProcess5"/>
    <dgm:cxn modelId="{C9E8BA07-4D2F-47AF-A4ED-32E82A912F22}" type="presParOf" srcId="{EBE81508-B149-4B3C-B231-97BF5F08472D}" destId="{A339F384-4BED-4FC2-8E07-A05A6FA26E24}" srcOrd="2" destOrd="0" presId="urn:microsoft.com/office/officeart/2005/8/layout/vProcess5"/>
    <dgm:cxn modelId="{C0B98542-0D13-4DD3-B5DB-1DDAD377AACD}" type="presOf" srcId="{8ED20423-F7C2-4DAC-B9CC-17F08874BF3A}" destId="{A339F384-4BED-4FC2-8E07-A05A6FA26E24}" srcOrd="0" destOrd="0" presId="urn:microsoft.com/office/officeart/2005/8/layout/vProcess5"/>
    <dgm:cxn modelId="{32BF1F93-8BCE-4E34-9229-3436873FDCAB}" type="presParOf" srcId="{EBE81508-B149-4B3C-B231-97BF5F08472D}" destId="{1849904B-B9A1-41B8-AE72-D62AF180C8CC}" srcOrd="3" destOrd="0" presId="urn:microsoft.com/office/officeart/2005/8/layout/vProcess5"/>
    <dgm:cxn modelId="{34E99A7B-66B8-4D42-A3C3-926550A4CF91}" type="presOf" srcId="{D4BD55C7-AC3C-43FC-8A67-85D9B43F95ED}" destId="{1849904B-B9A1-41B8-AE72-D62AF180C8CC}" srcOrd="0" destOrd="0" presId="urn:microsoft.com/office/officeart/2005/8/layout/vProcess5"/>
    <dgm:cxn modelId="{68188010-9C1C-4C29-8CE5-FC44A5A0849B}" type="presParOf" srcId="{EBE81508-B149-4B3C-B231-97BF5F08472D}" destId="{CF9E5FB5-3C8E-4F9C-BE67-08F0D67091D7}" srcOrd="4" destOrd="0" presId="urn:microsoft.com/office/officeart/2005/8/layout/vProcess5"/>
    <dgm:cxn modelId="{11775005-AABD-4662-AF3E-106BEAC3927E}" type="presOf" srcId="{DD01B2A3-2986-44EB-899A-2EB74CB0A2FA}" destId="{CF9E5FB5-3C8E-4F9C-BE67-08F0D67091D7}" srcOrd="0" destOrd="0" presId="urn:microsoft.com/office/officeart/2005/8/layout/vProcess5"/>
    <dgm:cxn modelId="{8CCADC02-9063-46C6-91A0-371493A7C7B6}" type="presParOf" srcId="{EBE81508-B149-4B3C-B231-97BF5F08472D}" destId="{A03B5AAD-8870-4FBD-A0AF-D6730408EEF5}" srcOrd="5" destOrd="0" presId="urn:microsoft.com/office/officeart/2005/8/layout/vProcess5"/>
    <dgm:cxn modelId="{364FFB32-CFF6-4977-BBBC-3E7F06C58BFC}" type="presOf" srcId="{183EE679-6E63-4B49-9665-FE19B4A2F12A}" destId="{A03B5AAD-8870-4FBD-A0AF-D6730408EEF5}" srcOrd="0" destOrd="0" presId="urn:microsoft.com/office/officeart/2005/8/layout/vProcess5"/>
    <dgm:cxn modelId="{9735EF42-31FA-4BAD-B76B-153B7B857354}" type="presParOf" srcId="{EBE81508-B149-4B3C-B231-97BF5F08472D}" destId="{7AF2ADE7-1D5F-4587-963C-19F4667E16E0}" srcOrd="6" destOrd="0" presId="urn:microsoft.com/office/officeart/2005/8/layout/vProcess5"/>
    <dgm:cxn modelId="{C133EF0F-A858-418B-8A48-88AF49AA844F}" type="presOf" srcId="{97A8C2AA-AE5F-4DE0-91B1-F0E85C273E74}" destId="{7AF2ADE7-1D5F-4587-963C-19F4667E16E0}" srcOrd="1" destOrd="0" presId="urn:microsoft.com/office/officeart/2005/8/layout/vProcess5"/>
    <dgm:cxn modelId="{AD96157E-14C9-4C42-9BD2-C3D296B79172}" type="presParOf" srcId="{EBE81508-B149-4B3C-B231-97BF5F08472D}" destId="{B1D9E1BE-B5DA-43D1-8C09-88380C579620}" srcOrd="7" destOrd="0" presId="urn:microsoft.com/office/officeart/2005/8/layout/vProcess5"/>
    <dgm:cxn modelId="{63C036E3-7D50-4637-AEC4-1FBB4B683480}" type="presOf" srcId="{8ED20423-F7C2-4DAC-B9CC-17F08874BF3A}" destId="{B1D9E1BE-B5DA-43D1-8C09-88380C579620}" srcOrd="1" destOrd="0" presId="urn:microsoft.com/office/officeart/2005/8/layout/vProcess5"/>
    <dgm:cxn modelId="{7911FBC3-2CB9-45CD-BAE0-5D6E7CC32B3A}" type="presParOf" srcId="{EBE81508-B149-4B3C-B231-97BF5F08472D}" destId="{C30B45B3-C9C6-402B-89DA-20610CD8F55C}" srcOrd="8" destOrd="0" presId="urn:microsoft.com/office/officeart/2005/8/layout/vProcess5"/>
    <dgm:cxn modelId="{39740877-6BE9-4BCE-A5F6-B481153BE81E}" type="presOf" srcId="{D4BD55C7-AC3C-43FC-8A67-85D9B43F95ED}" destId="{C30B45B3-C9C6-402B-89DA-20610CD8F55C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B84C11-07A7-41F5-8B9A-39D0ACB1BF53}" type="doc">
      <dgm:prSet loTypeId="process" loCatId="process" qsTypeId="urn:microsoft.com/office/officeart/2005/8/quickstyle/simple1" qsCatId="simple" csTypeId="urn:microsoft.com/office/officeart/2005/8/colors/accent0_2" csCatId="accent1" phldr="0"/>
      <dgm:spPr/>
      <dgm:t>
        <a:bodyPr/>
        <a:p>
          <a:endParaRPr lang="zh-CN" altLang="en-US"/>
        </a:p>
      </dgm:t>
    </dgm:pt>
    <dgm:pt modelId="{97A8C2AA-AE5F-4DE0-91B1-F0E85C273E74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重组蛋白体外液滴形成实验</a:t>
          </a:r>
          <a:endParaRPr lang="zh-CN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 1,6-己二醇敏感性实验</a:t>
          </a:r>
          <a:r>
            <a:rPr lang="zh-CN" altLang="en-US"/>
            <a:t/>
          </a:r>
          <a:endParaRPr lang="zh-CN" altLang="en-US"/>
        </a:p>
      </dgm:t>
    </dgm:pt>
    <dgm:pt modelId="{5477065E-AD40-40AD-B851-169D32D6F57B}" cxnId="{8AB7311A-EF38-4427-9268-EC25955716D1}" type="parTrans">
      <dgm:prSet/>
      <dgm:spPr/>
      <dgm:t>
        <a:bodyPr/>
        <a:p>
          <a:endParaRPr lang="zh-CN" altLang="en-US"/>
        </a:p>
      </dgm:t>
    </dgm:pt>
    <dgm:pt modelId="{DD01B2A3-2986-44EB-899A-2EB74CB0A2FA}" cxnId="{8AB7311A-EF38-4427-9268-EC25955716D1}" type="sibTrans">
      <dgm:prSet/>
      <dgm:spPr/>
      <dgm:t>
        <a:bodyPr/>
        <a:p>
          <a:endParaRPr lang="zh-CN" altLang="en-US"/>
        </a:p>
      </dgm:t>
    </dgm:pt>
    <dgm:pt modelId="{8ED20423-F7C2-4DAC-B9CC-17F08874BF3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细胞内相分离实验</a:t>
          </a:r>
          <a:r>
            <a:rPr lang="zh-CN" altLang="en-US"/>
            <a:t/>
          </a:r>
          <a:endParaRPr lang="zh-CN" altLang="en-US"/>
        </a:p>
      </dgm:t>
    </dgm:pt>
    <dgm:pt modelId="{6A6DCCB9-B9C9-4F02-8372-40D5BB3E2726}" cxnId="{525DFB3D-4065-46B1-8BB2-7E507CD16B0C}" type="parTrans">
      <dgm:prSet/>
      <dgm:spPr/>
      <dgm:t>
        <a:bodyPr/>
        <a:p>
          <a:endParaRPr lang="zh-CN" altLang="en-US"/>
        </a:p>
      </dgm:t>
    </dgm:pt>
    <dgm:pt modelId="{183EE679-6E63-4B49-9665-FE19B4A2F12A}" cxnId="{525DFB3D-4065-46B1-8BB2-7E507CD16B0C}" type="sibTrans">
      <dgm:prSet/>
      <dgm:spPr/>
      <dgm:t>
        <a:bodyPr/>
        <a:p>
          <a:endParaRPr lang="zh-CN" altLang="en-US"/>
        </a:p>
      </dgm:t>
    </dgm:pt>
    <dgm:pt modelId="{D4BD55C7-AC3C-43FC-8A67-85D9B43F95ED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相分离与功能直接关联实验（最关键）</a:t>
          </a:r>
          <a:r>
            <a:rPr lang="zh-CN" altLang="en-US"/>
            <a:t/>
          </a:r>
          <a:endParaRPr lang="zh-CN" altLang="en-US"/>
        </a:p>
      </dgm:t>
    </dgm:pt>
    <dgm:pt modelId="{0E3D13F2-5377-4EE3-8062-8626E5770718}" cxnId="{2E80952D-D929-46BB-B23E-45A5F5011808}" type="parTrans">
      <dgm:prSet/>
      <dgm:spPr/>
      <dgm:t>
        <a:bodyPr/>
        <a:p>
          <a:endParaRPr lang="zh-CN" altLang="en-US"/>
        </a:p>
      </dgm:t>
    </dgm:pt>
    <dgm:pt modelId="{767768A6-72C8-4B98-98E5-B01A1C804B6A}" cxnId="{2E80952D-D929-46BB-B23E-45A5F5011808}" type="sibTrans">
      <dgm:prSet/>
      <dgm:spPr/>
      <dgm:t>
        <a:bodyPr/>
        <a:p>
          <a:endParaRPr lang="zh-CN" altLang="en-US"/>
        </a:p>
      </dgm:t>
    </dgm:pt>
    <dgm:pt modelId="{EBE81508-B149-4B3C-B231-97BF5F08472D}" type="pres">
      <dgm:prSet presAssocID="{46B84C11-07A7-41F5-8B9A-39D0ACB1BF53}" presName="outerComposite" presStyleCnt="0">
        <dgm:presLayoutVars>
          <dgm:chMax val="5"/>
          <dgm:dir/>
          <dgm:resizeHandles val="exact"/>
        </dgm:presLayoutVars>
      </dgm:prSet>
      <dgm:spPr/>
    </dgm:pt>
    <dgm:pt modelId="{526F08A7-0F36-4A10-9552-DD6C2051F03D}" type="pres">
      <dgm:prSet presAssocID="{46B84C11-07A7-41F5-8B9A-39D0ACB1BF53}" presName="dummyMaxCanvas" presStyleCnt="0">
        <dgm:presLayoutVars/>
      </dgm:prSet>
      <dgm:spPr/>
    </dgm:pt>
    <dgm:pt modelId="{3919437E-4A2C-4D67-99AE-59DF82E41407}" type="pres">
      <dgm:prSet presAssocID="{46B84C11-07A7-41F5-8B9A-39D0ACB1BF53}" presName="ThreeNodes_1" presStyleLbl="node1" presStyleIdx="0" presStyleCnt="3">
        <dgm:presLayoutVars>
          <dgm:bulletEnabled val="1"/>
        </dgm:presLayoutVars>
      </dgm:prSet>
      <dgm:spPr/>
    </dgm:pt>
    <dgm:pt modelId="{A339F384-4BED-4FC2-8E07-A05A6FA26E24}" type="pres">
      <dgm:prSet presAssocID="{46B84C11-07A7-41F5-8B9A-39D0ACB1BF53}" presName="ThreeNodes_2" presStyleLbl="node1" presStyleIdx="1" presStyleCnt="3">
        <dgm:presLayoutVars>
          <dgm:bulletEnabled val="1"/>
        </dgm:presLayoutVars>
      </dgm:prSet>
      <dgm:spPr/>
    </dgm:pt>
    <dgm:pt modelId="{1849904B-B9A1-41B8-AE72-D62AF180C8CC}" type="pres">
      <dgm:prSet presAssocID="{46B84C11-07A7-41F5-8B9A-39D0ACB1BF53}" presName="ThreeNodes_3" presStyleLbl="node1" presStyleIdx="2" presStyleCnt="3">
        <dgm:presLayoutVars>
          <dgm:bulletEnabled val="1"/>
        </dgm:presLayoutVars>
      </dgm:prSet>
      <dgm:spPr/>
    </dgm:pt>
    <dgm:pt modelId="{CF9E5FB5-3C8E-4F9C-BE67-08F0D67091D7}" type="pres">
      <dgm:prSet presAssocID="{46B84C11-07A7-41F5-8B9A-39D0ACB1BF53}" presName="ThreeConn_1-2" presStyleLbl="fgAccFollowNode1" presStyleIdx="0" presStyleCnt="2">
        <dgm:presLayoutVars>
          <dgm:bulletEnabled val="1"/>
        </dgm:presLayoutVars>
      </dgm:prSet>
      <dgm:spPr/>
    </dgm:pt>
    <dgm:pt modelId="{A03B5AAD-8870-4FBD-A0AF-D6730408EEF5}" type="pres">
      <dgm:prSet presAssocID="{46B84C11-07A7-41F5-8B9A-39D0ACB1BF53}" presName="ThreeConn_2-3" presStyleLbl="fgAccFollowNode1" presStyleIdx="1" presStyleCnt="2">
        <dgm:presLayoutVars>
          <dgm:bulletEnabled val="1"/>
        </dgm:presLayoutVars>
      </dgm:prSet>
      <dgm:spPr/>
    </dgm:pt>
    <dgm:pt modelId="{7AF2ADE7-1D5F-4587-963C-19F4667E16E0}" type="pres">
      <dgm:prSet presAssocID="{46B84C11-07A7-41F5-8B9A-39D0ACB1BF53}" presName="ThreeNodes_1_text" presStyleCnt="0">
        <dgm:presLayoutVars>
          <dgm:bulletEnabled val="1"/>
        </dgm:presLayoutVars>
      </dgm:prSet>
      <dgm:spPr/>
    </dgm:pt>
    <dgm:pt modelId="{B1D9E1BE-B5DA-43D1-8C09-88380C579620}" type="pres">
      <dgm:prSet presAssocID="{46B84C11-07A7-41F5-8B9A-39D0ACB1BF53}" presName="ThreeNodes_2_text" presStyleCnt="0">
        <dgm:presLayoutVars>
          <dgm:bulletEnabled val="1"/>
        </dgm:presLayoutVars>
      </dgm:prSet>
      <dgm:spPr/>
    </dgm:pt>
    <dgm:pt modelId="{C30B45B3-C9C6-402B-89DA-20610CD8F55C}" type="pres">
      <dgm:prSet presAssocID="{46B84C11-07A7-41F5-8B9A-39D0ACB1BF53}" presName="ThreeNodes_3_text" presStyleCnt="0">
        <dgm:presLayoutVars>
          <dgm:bulletEnabled val="1"/>
        </dgm:presLayoutVars>
      </dgm:prSet>
      <dgm:spPr/>
    </dgm:pt>
  </dgm:ptLst>
  <dgm:cxnLst>
    <dgm:cxn modelId="{8AB7311A-EF38-4427-9268-EC25955716D1}" srcId="{46B84C11-07A7-41F5-8B9A-39D0ACB1BF53}" destId="{97A8C2AA-AE5F-4DE0-91B1-F0E85C273E74}" srcOrd="0" destOrd="0" parTransId="{5477065E-AD40-40AD-B851-169D32D6F57B}" sibTransId="{DD01B2A3-2986-44EB-899A-2EB74CB0A2FA}"/>
    <dgm:cxn modelId="{525DFB3D-4065-46B1-8BB2-7E507CD16B0C}" srcId="{46B84C11-07A7-41F5-8B9A-39D0ACB1BF53}" destId="{8ED20423-F7C2-4DAC-B9CC-17F08874BF3A}" srcOrd="1" destOrd="0" parTransId="{6A6DCCB9-B9C9-4F02-8372-40D5BB3E2726}" sibTransId="{183EE679-6E63-4B49-9665-FE19B4A2F12A}"/>
    <dgm:cxn modelId="{2E80952D-D929-46BB-B23E-45A5F5011808}" srcId="{46B84C11-07A7-41F5-8B9A-39D0ACB1BF53}" destId="{D4BD55C7-AC3C-43FC-8A67-85D9B43F95ED}" srcOrd="2" destOrd="0" parTransId="{0E3D13F2-5377-4EE3-8062-8626E5770718}" sibTransId="{767768A6-72C8-4B98-98E5-B01A1C804B6A}"/>
    <dgm:cxn modelId="{398464FB-EA58-4A77-AB9B-7466071799CC}" type="presOf" srcId="{46B84C11-07A7-41F5-8B9A-39D0ACB1BF53}" destId="{EBE81508-B149-4B3C-B231-97BF5F08472D}" srcOrd="0" destOrd="0" presId="urn:microsoft.com/office/officeart/2005/8/layout/vProcess5"/>
    <dgm:cxn modelId="{A89DBC95-1C55-4A7D-A3C4-26A25616F26C}" type="presParOf" srcId="{EBE81508-B149-4B3C-B231-97BF5F08472D}" destId="{526F08A7-0F36-4A10-9552-DD6C2051F03D}" srcOrd="0" destOrd="0" presId="urn:microsoft.com/office/officeart/2005/8/layout/vProcess5"/>
    <dgm:cxn modelId="{1C814DF2-9939-498B-8B39-3052B16F3939}" type="presParOf" srcId="{EBE81508-B149-4B3C-B231-97BF5F08472D}" destId="{3919437E-4A2C-4D67-99AE-59DF82E41407}" srcOrd="1" destOrd="0" presId="urn:microsoft.com/office/officeart/2005/8/layout/vProcess5"/>
    <dgm:cxn modelId="{DFBA2841-1D97-4507-A74A-35061EFC1986}" type="presOf" srcId="{97A8C2AA-AE5F-4DE0-91B1-F0E85C273E74}" destId="{3919437E-4A2C-4D67-99AE-59DF82E41407}" srcOrd="0" destOrd="0" presId="urn:microsoft.com/office/officeart/2005/8/layout/vProcess5"/>
    <dgm:cxn modelId="{01DA77ED-E0E9-4249-ABDE-66807B9E7BA1}" type="presParOf" srcId="{EBE81508-B149-4B3C-B231-97BF5F08472D}" destId="{A339F384-4BED-4FC2-8E07-A05A6FA26E24}" srcOrd="2" destOrd="0" presId="urn:microsoft.com/office/officeart/2005/8/layout/vProcess5"/>
    <dgm:cxn modelId="{989EB5C9-88BC-451B-84CE-2D166659FA77}" type="presOf" srcId="{8ED20423-F7C2-4DAC-B9CC-17F08874BF3A}" destId="{A339F384-4BED-4FC2-8E07-A05A6FA26E24}" srcOrd="0" destOrd="0" presId="urn:microsoft.com/office/officeart/2005/8/layout/vProcess5"/>
    <dgm:cxn modelId="{B8FD7D41-66A6-405B-A90A-34147A05B776}" type="presParOf" srcId="{EBE81508-B149-4B3C-B231-97BF5F08472D}" destId="{1849904B-B9A1-41B8-AE72-D62AF180C8CC}" srcOrd="3" destOrd="0" presId="urn:microsoft.com/office/officeart/2005/8/layout/vProcess5"/>
    <dgm:cxn modelId="{8C8E9EDA-2D33-4206-B9FD-E44D8768DBC7}" type="presOf" srcId="{D4BD55C7-AC3C-43FC-8A67-85D9B43F95ED}" destId="{1849904B-B9A1-41B8-AE72-D62AF180C8CC}" srcOrd="0" destOrd="0" presId="urn:microsoft.com/office/officeart/2005/8/layout/vProcess5"/>
    <dgm:cxn modelId="{755953A4-7AE7-4CF5-ADF6-AFC8C6B7C5BD}" type="presParOf" srcId="{EBE81508-B149-4B3C-B231-97BF5F08472D}" destId="{CF9E5FB5-3C8E-4F9C-BE67-08F0D67091D7}" srcOrd="4" destOrd="0" presId="urn:microsoft.com/office/officeart/2005/8/layout/vProcess5"/>
    <dgm:cxn modelId="{3C8B2739-3FB8-4E02-BD5E-DE7BB57CDC05}" type="presOf" srcId="{DD01B2A3-2986-44EB-899A-2EB74CB0A2FA}" destId="{CF9E5FB5-3C8E-4F9C-BE67-08F0D67091D7}" srcOrd="0" destOrd="0" presId="urn:microsoft.com/office/officeart/2005/8/layout/vProcess5"/>
    <dgm:cxn modelId="{BF3FA3FF-113A-4EF8-95AA-B1F425BDE385}" type="presParOf" srcId="{EBE81508-B149-4B3C-B231-97BF5F08472D}" destId="{A03B5AAD-8870-4FBD-A0AF-D6730408EEF5}" srcOrd="5" destOrd="0" presId="urn:microsoft.com/office/officeart/2005/8/layout/vProcess5"/>
    <dgm:cxn modelId="{0538D9BE-DC71-4FE7-92E4-52E2139613E1}" type="presOf" srcId="{183EE679-6E63-4B49-9665-FE19B4A2F12A}" destId="{A03B5AAD-8870-4FBD-A0AF-D6730408EEF5}" srcOrd="0" destOrd="0" presId="urn:microsoft.com/office/officeart/2005/8/layout/vProcess5"/>
    <dgm:cxn modelId="{72D406F4-0F69-49AC-8B0E-A20E2022F16D}" type="presParOf" srcId="{EBE81508-B149-4B3C-B231-97BF5F08472D}" destId="{7AF2ADE7-1D5F-4587-963C-19F4667E16E0}" srcOrd="6" destOrd="0" presId="urn:microsoft.com/office/officeart/2005/8/layout/vProcess5"/>
    <dgm:cxn modelId="{5696272B-431E-43E6-A9A6-E796D736B4D4}" type="presOf" srcId="{97A8C2AA-AE5F-4DE0-91B1-F0E85C273E74}" destId="{7AF2ADE7-1D5F-4587-963C-19F4667E16E0}" srcOrd="1" destOrd="0" presId="urn:microsoft.com/office/officeart/2005/8/layout/vProcess5"/>
    <dgm:cxn modelId="{1A92CBDB-E08F-4ACB-9EC3-2D70FFBD19A7}" type="presParOf" srcId="{EBE81508-B149-4B3C-B231-97BF5F08472D}" destId="{B1D9E1BE-B5DA-43D1-8C09-88380C579620}" srcOrd="7" destOrd="0" presId="urn:microsoft.com/office/officeart/2005/8/layout/vProcess5"/>
    <dgm:cxn modelId="{26EA0DC1-CA9C-4882-93CA-6951B99AD7F2}" type="presOf" srcId="{8ED20423-F7C2-4DAC-B9CC-17F08874BF3A}" destId="{B1D9E1BE-B5DA-43D1-8C09-88380C579620}" srcOrd="1" destOrd="0" presId="urn:microsoft.com/office/officeart/2005/8/layout/vProcess5"/>
    <dgm:cxn modelId="{E52A45A0-19FD-4796-B914-AF03B9D7ED87}" type="presParOf" srcId="{EBE81508-B149-4B3C-B231-97BF5F08472D}" destId="{C30B45B3-C9C6-402B-89DA-20610CD8F55C}" srcOrd="8" destOrd="0" presId="urn:microsoft.com/office/officeart/2005/8/layout/vProcess5"/>
    <dgm:cxn modelId="{D5A32A7C-DFED-4056-9B49-D54B93FC9CC9}" type="presOf" srcId="{D4BD55C7-AC3C-43FC-8A67-85D9B43F95ED}" destId="{C30B45B3-C9C6-402B-89DA-20610CD8F55C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208395" cy="3676650"/>
        <a:chOff x="0" y="0"/>
        <a:chExt cx="6208395" cy="3676650"/>
      </a:xfrm>
    </dsp:grpSpPr>
    <dsp:sp modelId="{3919437E-4A2C-4D67-99AE-59DF82E41407}">
      <dsp:nvSpPr>
        <dsp:cNvPr id="3" name="圆角矩形 2"/>
        <dsp:cNvSpPr/>
      </dsp:nvSpPr>
      <dsp:spPr bwMode="white">
        <a:xfrm>
          <a:off x="0" y="0"/>
          <a:ext cx="5277136" cy="1102995"/>
        </a:xfrm>
        <a:prstGeom prst="roundRect">
          <a:avLst>
            <a:gd name="adj" fmla="val 10000"/>
          </a:avLst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2870" tIns="102870" rIns="102870" bIns="102870" anchor="ctr"/>
        <a:lstStyle>
          <a:lvl1pPr algn="l">
            <a:defRPr sz="2700"/>
          </a:lvl1pPr>
          <a:lvl2pPr marL="228600" indent="-228600" algn="l">
            <a:defRPr sz="2100"/>
          </a:lvl2pPr>
          <a:lvl3pPr marL="457200" indent="-228600" algn="l">
            <a:defRPr sz="2100"/>
          </a:lvl3pPr>
          <a:lvl4pPr marL="685800" indent="-228600" algn="l">
            <a:defRPr sz="2100"/>
          </a:lvl4pPr>
          <a:lvl5pPr marL="914400" indent="-228600" algn="l">
            <a:defRPr sz="2100"/>
          </a:lvl5pPr>
          <a:lvl6pPr marL="1143000" indent="-228600" algn="l">
            <a:defRPr sz="2100"/>
          </a:lvl6pPr>
          <a:lvl7pPr marL="1371600" indent="-228600" algn="l">
            <a:defRPr sz="2100"/>
          </a:lvl7pPr>
          <a:lvl8pPr marL="1600200" indent="-228600" algn="l">
            <a:defRPr sz="2100"/>
          </a:lvl8pPr>
          <a:lvl9pPr marL="1828800" indent="-228600" algn="l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700">
              <a:solidFill>
                <a:schemeClr val="dk2"/>
              </a:solidFill>
            </a:rPr>
            <a:t>PABPC1相分离</a:t>
          </a:r>
          <a:endParaRPr lang="zh-CN" altLang="en-US" sz="2700">
            <a:solidFill>
              <a:schemeClr val="dk2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>
              <a:solidFill>
                <a:schemeClr val="dk2"/>
              </a:solidFill>
            </a:rPr>
            <a:t>CML急变期蛋白质合成的关键调控因子</a:t>
          </a:r>
          <a:endParaRPr lang="zh-CN" altLang="en-US" sz="1800">
            <a:solidFill>
              <a:schemeClr val="dk2"/>
            </a:solidFill>
          </a:endParaRPr>
        </a:p>
      </dsp:txBody>
      <dsp:txXfrm>
        <a:off x="0" y="0"/>
        <a:ext cx="5277136" cy="1102995"/>
      </dsp:txXfrm>
    </dsp:sp>
    <dsp:sp modelId="{A339F384-4BED-4FC2-8E07-A05A6FA26E24}">
      <dsp:nvSpPr>
        <dsp:cNvPr id="4" name="圆角矩形 3"/>
        <dsp:cNvSpPr/>
      </dsp:nvSpPr>
      <dsp:spPr bwMode="white">
        <a:xfrm>
          <a:off x="465630" y="1286828"/>
          <a:ext cx="5277136" cy="1102995"/>
        </a:xfrm>
        <a:prstGeom prst="roundRect">
          <a:avLst>
            <a:gd name="adj" fmla="val 10000"/>
          </a:avLst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2870" tIns="102870" rIns="102870" bIns="102870" anchor="ctr"/>
        <a:lstStyle>
          <a:lvl1pPr algn="l">
            <a:defRPr sz="2700"/>
          </a:lvl1pPr>
          <a:lvl2pPr marL="228600" indent="-228600" algn="l">
            <a:defRPr sz="2100"/>
          </a:lvl2pPr>
          <a:lvl3pPr marL="457200" indent="-228600" algn="l">
            <a:defRPr sz="2100"/>
          </a:lvl3pPr>
          <a:lvl4pPr marL="685800" indent="-228600" algn="l">
            <a:defRPr sz="2100"/>
          </a:lvl4pPr>
          <a:lvl5pPr marL="914400" indent="-228600" algn="l">
            <a:defRPr sz="2100"/>
          </a:lvl5pPr>
          <a:lvl6pPr marL="1143000" indent="-228600" algn="l">
            <a:defRPr sz="2100"/>
          </a:lvl6pPr>
          <a:lvl7pPr marL="1371600" indent="-228600" algn="l">
            <a:defRPr sz="2100"/>
          </a:lvl7pPr>
          <a:lvl8pPr marL="1600200" indent="-228600" algn="l">
            <a:defRPr sz="2100"/>
          </a:lvl8pPr>
          <a:lvl9pPr marL="1828800" indent="-228600" algn="l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2"/>
              </a:solidFill>
            </a:rPr>
            <a:t>选择性激活BCR::ABL1等致癌通路</a:t>
          </a:r>
          <a:endParaRPr lang="zh-CN" altLang="en-US">
            <a:solidFill>
              <a:schemeClr val="dk2"/>
            </a:solidFill>
          </a:endParaRPr>
        </a:p>
      </dsp:txBody>
      <dsp:txXfrm>
        <a:off x="465630" y="1286828"/>
        <a:ext cx="5277136" cy="1102995"/>
      </dsp:txXfrm>
    </dsp:sp>
    <dsp:sp modelId="{1849904B-B9A1-41B8-AE72-D62AF180C8CC}">
      <dsp:nvSpPr>
        <dsp:cNvPr id="5" name="圆角矩形 4"/>
        <dsp:cNvSpPr/>
      </dsp:nvSpPr>
      <dsp:spPr bwMode="white">
        <a:xfrm>
          <a:off x="931259" y="2573655"/>
          <a:ext cx="5277136" cy="1102995"/>
        </a:xfrm>
        <a:prstGeom prst="roundRect">
          <a:avLst>
            <a:gd name="adj" fmla="val 10000"/>
          </a:avLst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2870" tIns="102870" rIns="102870" bIns="102870" anchor="ctr"/>
        <a:lstStyle>
          <a:lvl1pPr algn="l">
            <a:defRPr sz="2700"/>
          </a:lvl1pPr>
          <a:lvl2pPr marL="228600" indent="-228600" algn="l">
            <a:defRPr sz="2100"/>
          </a:lvl2pPr>
          <a:lvl3pPr marL="457200" indent="-228600" algn="l">
            <a:defRPr sz="2100"/>
          </a:lvl3pPr>
          <a:lvl4pPr marL="685800" indent="-228600" algn="l">
            <a:defRPr sz="2100"/>
          </a:lvl4pPr>
          <a:lvl5pPr marL="914400" indent="-228600" algn="l">
            <a:defRPr sz="2100"/>
          </a:lvl5pPr>
          <a:lvl6pPr marL="1143000" indent="-228600" algn="l">
            <a:defRPr sz="2100"/>
          </a:lvl6pPr>
          <a:lvl7pPr marL="1371600" indent="-228600" algn="l">
            <a:defRPr sz="2100"/>
          </a:lvl7pPr>
          <a:lvl8pPr marL="1600200" indent="-228600" algn="l">
            <a:defRPr sz="2100"/>
          </a:lvl8pPr>
          <a:lvl9pPr marL="1828800" indent="-228600" algn="l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2"/>
              </a:solidFill>
            </a:rPr>
            <a:t>白血病干细胞分化阻滞、异常增殖的级联反应</a:t>
          </a:r>
          <a:endParaRPr lang="zh-CN" altLang="en-US">
            <a:solidFill>
              <a:schemeClr val="dk2"/>
            </a:solidFill>
          </a:endParaRPr>
        </a:p>
      </dsp:txBody>
      <dsp:txXfrm>
        <a:off x="931259" y="2573655"/>
        <a:ext cx="5277136" cy="1102995"/>
      </dsp:txXfrm>
    </dsp:sp>
    <dsp:sp modelId="{CF9E5FB5-3C8E-4F9C-BE67-08F0D67091D7}">
      <dsp:nvSpPr>
        <dsp:cNvPr id="6" name="下箭头 5"/>
        <dsp:cNvSpPr/>
      </dsp:nvSpPr>
      <dsp:spPr bwMode="white">
        <a:xfrm>
          <a:off x="4560189" y="836438"/>
          <a:ext cx="716947" cy="716947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dk2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2"/>
            </a:solidFill>
          </a:endParaRPr>
        </a:p>
      </dsp:txBody>
      <dsp:txXfrm>
        <a:off x="4560189" y="836438"/>
        <a:ext cx="716947" cy="716947"/>
      </dsp:txXfrm>
    </dsp:sp>
    <dsp:sp modelId="{A03B5AAD-8870-4FBD-A0AF-D6730408EEF5}">
      <dsp:nvSpPr>
        <dsp:cNvPr id="7" name="下箭头 6"/>
        <dsp:cNvSpPr/>
      </dsp:nvSpPr>
      <dsp:spPr bwMode="white">
        <a:xfrm>
          <a:off x="5025819" y="2115912"/>
          <a:ext cx="716947" cy="716947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dk2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2"/>
            </a:solidFill>
          </a:endParaRPr>
        </a:p>
      </dsp:txBody>
      <dsp:txXfrm>
        <a:off x="5025819" y="2115912"/>
        <a:ext cx="716947" cy="7169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614670" cy="3676015"/>
        <a:chOff x="0" y="0"/>
        <a:chExt cx="5614670" cy="3676015"/>
      </a:xfrm>
    </dsp:grpSpPr>
    <dsp:sp modelId="{3919437E-4A2C-4D67-99AE-59DF82E41407}">
      <dsp:nvSpPr>
        <dsp:cNvPr id="3" name="圆角矩形 2"/>
        <dsp:cNvSpPr/>
      </dsp:nvSpPr>
      <dsp:spPr bwMode="white">
        <a:xfrm>
          <a:off x="0" y="0"/>
          <a:ext cx="4772470" cy="1102805"/>
        </a:xfrm>
        <a:prstGeom prst="roundRect">
          <a:avLst>
            <a:gd name="adj" fmla="val 10000"/>
          </a:avLst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chemeClr val="dk2"/>
              </a:solidFill>
            </a:rPr>
            <a:t>重组蛋白体外液滴形成实验</a:t>
          </a:r>
          <a:endParaRPr lang="zh-CN" altLang="en-US">
            <a:solidFill>
              <a:schemeClr val="dk2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chemeClr val="dk2"/>
              </a:solidFill>
            </a:rPr>
            <a:t> 1,6-己二醇敏感性实验</a:t>
          </a:r>
          <a:endParaRPr lang="zh-CN" altLang="en-US">
            <a:solidFill>
              <a:schemeClr val="dk2"/>
            </a:solidFill>
          </a:endParaRPr>
        </a:p>
      </dsp:txBody>
      <dsp:txXfrm>
        <a:off x="0" y="0"/>
        <a:ext cx="4772470" cy="1102805"/>
      </dsp:txXfrm>
    </dsp:sp>
    <dsp:sp modelId="{A339F384-4BED-4FC2-8E07-A05A6FA26E24}">
      <dsp:nvSpPr>
        <dsp:cNvPr id="4" name="圆角矩形 3"/>
        <dsp:cNvSpPr/>
      </dsp:nvSpPr>
      <dsp:spPr bwMode="white">
        <a:xfrm>
          <a:off x="421100" y="1286605"/>
          <a:ext cx="4772470" cy="1102805"/>
        </a:xfrm>
        <a:prstGeom prst="roundRect">
          <a:avLst>
            <a:gd name="adj" fmla="val 10000"/>
          </a:avLst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chemeClr val="dk2"/>
              </a:solidFill>
            </a:rPr>
            <a:t>细胞内相分离实验</a:t>
          </a:r>
          <a:endParaRPr lang="zh-CN" altLang="en-US">
            <a:solidFill>
              <a:schemeClr val="dk2"/>
            </a:solidFill>
          </a:endParaRPr>
        </a:p>
      </dsp:txBody>
      <dsp:txXfrm>
        <a:off x="421100" y="1286605"/>
        <a:ext cx="4772470" cy="1102805"/>
      </dsp:txXfrm>
    </dsp:sp>
    <dsp:sp modelId="{1849904B-B9A1-41B8-AE72-D62AF180C8CC}">
      <dsp:nvSpPr>
        <dsp:cNvPr id="5" name="圆角矩形 4"/>
        <dsp:cNvSpPr/>
      </dsp:nvSpPr>
      <dsp:spPr bwMode="white">
        <a:xfrm>
          <a:off x="842201" y="2573211"/>
          <a:ext cx="4772470" cy="1102805"/>
        </a:xfrm>
        <a:prstGeom prst="roundRect">
          <a:avLst>
            <a:gd name="adj" fmla="val 10000"/>
          </a:avLst>
        </a:prstGeom>
      </dsp:spPr>
      <dsp:style>
        <a:lnRef idx="2">
          <a:schemeClr val="dk2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chemeClr val="dk2"/>
              </a:solidFill>
            </a:rPr>
            <a:t>相分离与功能直接关联实验（最关键）</a:t>
          </a:r>
          <a:endParaRPr lang="zh-CN" altLang="en-US">
            <a:solidFill>
              <a:schemeClr val="dk2"/>
            </a:solidFill>
          </a:endParaRPr>
        </a:p>
      </dsp:txBody>
      <dsp:txXfrm>
        <a:off x="842201" y="2573211"/>
        <a:ext cx="4772470" cy="1102805"/>
      </dsp:txXfrm>
    </dsp:sp>
    <dsp:sp modelId="{CF9E5FB5-3C8E-4F9C-BE67-08F0D67091D7}">
      <dsp:nvSpPr>
        <dsp:cNvPr id="6" name="下箭头 5"/>
        <dsp:cNvSpPr/>
      </dsp:nvSpPr>
      <dsp:spPr bwMode="white">
        <a:xfrm>
          <a:off x="4055647" y="836293"/>
          <a:ext cx="716823" cy="716823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dk2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2"/>
            </a:solidFill>
          </a:endParaRPr>
        </a:p>
      </dsp:txBody>
      <dsp:txXfrm>
        <a:off x="4055647" y="836293"/>
        <a:ext cx="716823" cy="716823"/>
      </dsp:txXfrm>
    </dsp:sp>
    <dsp:sp modelId="{A03B5AAD-8870-4FBD-A0AF-D6730408EEF5}">
      <dsp:nvSpPr>
        <dsp:cNvPr id="7" name="下箭头 6"/>
        <dsp:cNvSpPr/>
      </dsp:nvSpPr>
      <dsp:spPr bwMode="white">
        <a:xfrm>
          <a:off x="4476747" y="2115547"/>
          <a:ext cx="716823" cy="716823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dk2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2"/>
            </a:solidFill>
          </a:endParaRPr>
        </a:p>
      </dsp:txBody>
      <dsp:txXfrm>
        <a:off x="4476747" y="2115547"/>
        <a:ext cx="716823" cy="716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9250" y="215900"/>
            <a:ext cx="11842750" cy="661670"/>
          </a:xfrm>
        </p:spPr>
        <p:txBody>
          <a:bodyPr>
            <a:noAutofit/>
          </a:bodyPr>
          <a:lstStyle/>
          <a:p>
            <a:pPr algn="l"/>
            <a:r>
              <a:rPr lang="en-US" altLang="zh-CN" sz="2400" dirty="0">
                <a:effectLst/>
              </a:rPr>
              <a:t>Q</a:t>
            </a:r>
            <a:r>
              <a:rPr lang="zh-CN" altLang="en-US" sz="2400" dirty="0">
                <a:effectLst/>
              </a:rPr>
              <a:t>4. 为什么CML会产生幼稚WBC</a:t>
            </a:r>
            <a:r>
              <a:rPr lang="en-US" altLang="zh-CN" sz="2400" dirty="0">
                <a:effectLst/>
              </a:rPr>
              <a:t>/</a:t>
            </a:r>
            <a:r>
              <a:rPr lang="zh-CN" altLang="en-US" sz="2400" dirty="0">
                <a:effectLst/>
              </a:rPr>
              <a:t>机制是什么</a:t>
            </a:r>
            <a:r>
              <a:rPr lang="en-US" altLang="zh-CN" sz="2400" dirty="0">
                <a:effectLst/>
              </a:rPr>
              <a:t>    </a:t>
            </a:r>
            <a:r>
              <a:rPr lang="zh-CN" altLang="en-US" sz="2400" dirty="0">
                <a:effectLst/>
              </a:rPr>
              <a:t>钟琬毓</a:t>
            </a:r>
            <a:r>
              <a:rPr lang="en-US" altLang="zh-CN" sz="2400" dirty="0">
                <a:effectLst/>
              </a:rPr>
              <a:t>  </a:t>
            </a:r>
            <a:r>
              <a:rPr lang="zh-CN" altLang="en-US" sz="2400" dirty="0">
                <a:effectLst/>
              </a:rPr>
              <a:t>临</a:t>
            </a:r>
            <a:r>
              <a:rPr lang="en-US" altLang="zh-CN" sz="2400" dirty="0">
                <a:effectLst/>
              </a:rPr>
              <a:t>8</a:t>
            </a:r>
            <a:r>
              <a:rPr lang="zh-CN" altLang="en-US" sz="2400" dirty="0">
                <a:effectLst/>
              </a:rPr>
              <a:t>（</a:t>
            </a:r>
            <a:r>
              <a:rPr lang="en-US" altLang="zh-CN" sz="2400" dirty="0">
                <a:effectLst/>
              </a:rPr>
              <a:t>2</a:t>
            </a:r>
            <a:r>
              <a:rPr lang="zh-CN" altLang="en-US" sz="2400" dirty="0">
                <a:effectLst/>
              </a:rPr>
              <a:t>）</a:t>
            </a:r>
            <a:endParaRPr lang="zh-CN" altLang="en-US" sz="2400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349250" y="5703570"/>
            <a:ext cx="10872470" cy="913765"/>
          </a:xfrm>
        </p:spPr>
        <p:txBody>
          <a:bodyPr/>
          <a:lstStyle/>
          <a:p>
            <a:pPr algn="l"/>
            <a:r>
              <a:rPr lang="zh-CN" altLang="en-US" sz="1800" dirty="0">
                <a:latin typeface="+mn-lt"/>
              </a:rPr>
              <a:t>Zhang L, Qiu C, Li R, et al. Selective translational control by PABPC1 phase separation regulates blast crisis and therapy resistance in chronic myeloid leukaemia[J]. Nature Cell Biology, 2025, 27(3): 102036. DOI: 10.1038/s41556-025-01468-7.</a:t>
            </a:r>
            <a:endParaRPr lang="zh-CN" altLang="en-US" sz="1800" dirty="0">
              <a:latin typeface="+mn-lt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201295" y="975995"/>
          <a:ext cx="6208395" cy="3676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889760" y="4846955"/>
            <a:ext cx="290385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幼稚白细胞的产生</a:t>
            </a:r>
            <a:endParaRPr lang="zh-CN" altLang="en-US" sz="2400"/>
          </a:p>
        </p:txBody>
      </p:sp>
      <p:graphicFrame>
        <p:nvGraphicFramePr>
          <p:cNvPr id="12" name="图示 11"/>
          <p:cNvGraphicFramePr/>
          <p:nvPr/>
        </p:nvGraphicFramePr>
        <p:xfrm>
          <a:off x="6096635" y="975995"/>
          <a:ext cx="5614670" cy="3676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734935" y="4852035"/>
            <a:ext cx="1850390" cy="603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实验</a:t>
            </a:r>
            <a:endParaRPr lang="zh-CN" altLang="en-US" sz="2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gwNGJjNjlhNjI2YTMyMTE3YWZhYmE4NDIwZTllYm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WPS 演示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花里胡哨没有用</cp:lastModifiedBy>
  <cp:revision>9</cp:revision>
  <dcterms:created xsi:type="dcterms:W3CDTF">2026-04-01T12:32:25Z</dcterms:created>
  <dcterms:modified xsi:type="dcterms:W3CDTF">2026-04-01T12:32:25Z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8FB8AABF2C180D3D1107CD69C7BCC047_41</vt:lpwstr>
  </property>
</Properties>
</file>