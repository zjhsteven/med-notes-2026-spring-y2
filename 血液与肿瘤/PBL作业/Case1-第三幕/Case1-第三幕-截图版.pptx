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ZJHSteven\Desktop\大二下笔记\血液与肿瘤\PBL作业\Case1-第三幕\export_ppt\output\slides\slide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ZJHSteven\Desktop\大二下笔记\血液与肿瘤\PBL作业\Case1-第三幕\export_ppt\output\slides\slide-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ZJHSteven\Desktop\大二下笔记\血液与肿瘤\PBL作业\Case1-第三幕\export_ppt\output\slides\slide-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ZJHSteven\Desktop\大二下笔记\血液与肿瘤\PBL作业\Case1-第三幕\export_ppt\output\slides\slide-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Case1-第三幕-截图版</dc:title>
  <dc:subject>Case1 第三幕截图版汇报</dc:subject>
  <dc:creator>OpenAI Codex</dc:creator>
  <cp:lastModifiedBy>OpenAI Codex</cp:lastModifiedBy>
  <cp:revision>1</cp:revision>
  <dcterms:created xsi:type="dcterms:W3CDTF">2026-04-09T13:23:47Z</dcterms:created>
  <dcterms:modified xsi:type="dcterms:W3CDTF">2026-04-09T13:23:47Z</dcterms:modified>
</cp:coreProperties>
</file>